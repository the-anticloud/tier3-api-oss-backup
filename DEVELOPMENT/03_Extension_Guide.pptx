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03 Extension Guide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api-oss-backup</a:t>
            </a:r>
          </a:p>
          <a:p>
            <a:r>
              <a:t>Tier: TIER_3_ANTICLOUD_APIOSS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Build, test, extend, and contribute.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first-party |</a:t>
            </a:r>
          </a:p>
          <a:p>
            <a:r>
              <a:t>| Commit | NOT YET MEASURED |</a:t>
            </a:r>
          </a:p>
          <a:p>
            <a:r>
              <a:t>| Upstream licence | NOT YET MEASURED |</a:t>
            </a:r>
          </a:p>
          <a:p>
            <a:r>
              <a:t>| Licence class | NOT YET MEASURED |</a:t>
            </a:r>
          </a:p>
          <a:p>
            <a:r>
              <a:t>| Clone size | NOT YET MEASURED |</a:t>
            </a:r>
          </a:p>
          <a:p>
            <a:r>
              <a:t>| Ledger | no ledger file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750.0 IIU |</a:t>
            </a:r>
          </a:p>
          <a:p>
            <a:r>
              <a:t>| Verified upstream edits | 0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api-oss-backup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